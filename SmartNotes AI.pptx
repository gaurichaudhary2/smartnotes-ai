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39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99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5695" y="2576627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56552" y="32965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3982" y="1687516"/>
            <a:ext cx="3301157" cy="86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5"/>
              </a:lnSpc>
              <a:spcBef>
                <a:spcPct val="0"/>
              </a:spcBef>
            </a:pPr>
            <a:r>
              <a:rPr lang="en-US" sz="4599" b="1" spc="-16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568777"/>
            <a:ext cx="4028629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505" y="5243019"/>
            <a:ext cx="3416350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6" y="6919947"/>
            <a:ext cx="4230588" cy="60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62CBD-8031-C2C9-F278-700D2E7135B2}"/>
              </a:ext>
            </a:extLst>
          </p:cNvPr>
          <p:cNvSpPr txBox="1"/>
          <p:nvPr/>
        </p:nvSpPr>
        <p:spPr>
          <a:xfrm>
            <a:off x="4514585" y="3596075"/>
            <a:ext cx="12787593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NOTES AI-HANDWRITTEN TO DIGITAL CONVERTER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EDEBAB-FCEF-F176-89EE-BE20CA64BC6C}"/>
              </a:ext>
            </a:extLst>
          </p:cNvPr>
          <p:cNvSpPr txBox="1"/>
          <p:nvPr/>
        </p:nvSpPr>
        <p:spPr>
          <a:xfrm>
            <a:off x="4037757" y="5268268"/>
            <a:ext cx="708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CodeNova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463A8-1755-ED20-40EE-E67D7A7BCC49}"/>
              </a:ext>
            </a:extLst>
          </p:cNvPr>
          <p:cNvSpPr txBox="1"/>
          <p:nvPr/>
        </p:nvSpPr>
        <p:spPr>
          <a:xfrm>
            <a:off x="4864028" y="6919947"/>
            <a:ext cx="100908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GAURI CHAUDHARY ( 25BAI10976)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SAMRIDDHI KESARWANI (25BAI10185)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ANSHIKA AGNIHOTRI (25BAI10981)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AKSHARA KHANDELWAL (25BAI10408)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E8019-20A6-4077-FF37-99198E57F006}"/>
              </a:ext>
            </a:extLst>
          </p:cNvPr>
          <p:cNvSpPr txBox="1"/>
          <p:nvPr/>
        </p:nvSpPr>
        <p:spPr>
          <a:xfrm>
            <a:off x="14064669" y="2173310"/>
            <a:ext cx="3421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 ARPRIL,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750" y="3117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21991" y="219235"/>
            <a:ext cx="6614517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4033" y="3181985"/>
            <a:ext cx="529113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4033" y="5057775"/>
            <a:ext cx="633965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?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2453" y="6937260"/>
            <a:ext cx="636123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205852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18548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97558" y="0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FAC97-85B9-D02C-49F5-2990EDF72D74}"/>
              </a:ext>
            </a:extLst>
          </p:cNvPr>
          <p:cNvSpPr txBox="1"/>
          <p:nvPr/>
        </p:nvSpPr>
        <p:spPr>
          <a:xfrm>
            <a:off x="7205571" y="2921657"/>
            <a:ext cx="94094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notes are not searchable or editable.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typing is time consuming.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give unstructured and inaccurate output.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information gets lost in notebooks.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5BF93-B801-FBA5-B62E-6B1B52CA6472}"/>
              </a:ext>
            </a:extLst>
          </p:cNvPr>
          <p:cNvSpPr txBox="1"/>
          <p:nvPr/>
        </p:nvSpPr>
        <p:spPr>
          <a:xfrm>
            <a:off x="7205571" y="4891272"/>
            <a:ext cx="80968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Exams Aspirants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AC5C5-9A5D-AA49-0AD6-CB1316842739}"/>
              </a:ext>
            </a:extLst>
          </p:cNvPr>
          <p:cNvSpPr txBox="1"/>
          <p:nvPr/>
        </p:nvSpPr>
        <p:spPr>
          <a:xfrm>
            <a:off x="7205571" y="6959531"/>
            <a:ext cx="72414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Learning needs structured and searchable notes.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integration with modern study tools.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productivity in a fast digital learning environment.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formatting.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2" y="2920597"/>
            <a:ext cx="577328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0922" y="4800917"/>
            <a:ext cx="535799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0922" y="6676708"/>
            <a:ext cx="689907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54607" y="1578756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170267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78091-E949-4C92-0610-FE1EFBBF2F4A}"/>
              </a:ext>
            </a:extLst>
          </p:cNvPr>
          <p:cNvSpPr txBox="1"/>
          <p:nvPr/>
        </p:nvSpPr>
        <p:spPr>
          <a:xfrm>
            <a:off x="7264582" y="2456130"/>
            <a:ext cx="8482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Lens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Optical Character Recognition (OCR ) Apps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Scanning Apps ( Adobe Scan)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(Provide quick Digitization but limited intelligence)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CC6C80-3992-49DC-9B29-FEDCB018C9E8}"/>
              </a:ext>
            </a:extLst>
          </p:cNvPr>
          <p:cNvSpPr txBox="1"/>
          <p:nvPr/>
        </p:nvSpPr>
        <p:spPr>
          <a:xfrm>
            <a:off x="7264582" y="4511654"/>
            <a:ext cx="7639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Accuracy for messy handwriting.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proper Formatting (Tables , Heading , Diagrams 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smart summaries or key point extraction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requires switching between multiple apps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editing after conversion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B7262A-7EE7-A425-57A1-E95F89D895D3}"/>
              </a:ext>
            </a:extLst>
          </p:cNvPr>
          <p:cNvSpPr txBox="1"/>
          <p:nvPr/>
        </p:nvSpPr>
        <p:spPr>
          <a:xfrm>
            <a:off x="7264582" y="6780479"/>
            <a:ext cx="71677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Handwritten text recognition + Smart formatting together.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 ( Headings, Tables , Diagrams , Bullet Points…)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OCR + AI + Learning tools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editing in one place.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Meaning / Concept explanation support.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0042" y="2586702"/>
            <a:ext cx="5209282" cy="56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0042" y="5013553"/>
            <a:ext cx="439859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6119" y="7163754"/>
            <a:ext cx="5812036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82008" y="0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C2F13-51CB-D2C5-D7C7-39CB7BFF896C}"/>
              </a:ext>
            </a:extLst>
          </p:cNvPr>
          <p:cNvSpPr txBox="1"/>
          <p:nvPr/>
        </p:nvSpPr>
        <p:spPr>
          <a:xfrm>
            <a:off x="6998155" y="2495053"/>
            <a:ext cx="8272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Powered app to convert Handwritten notes into Structured editable and smart digital content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CEC68-B97C-C866-6E01-3CD66D2AFD8D}"/>
              </a:ext>
            </a:extLst>
          </p:cNvPr>
          <p:cNvSpPr txBox="1"/>
          <p:nvPr/>
        </p:nvSpPr>
        <p:spPr>
          <a:xfrm>
            <a:off x="6998155" y="4116766"/>
            <a:ext cx="92172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 extraction.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Customizable / Auto formatting.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Bullet points summaries ( Headings, subheadings, Tables , Diagrams…)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Flashcards and Keywords highlight.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Word meaning and smart suggestions.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Export Options (PDF , PPT, JPEG, ..)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FFFAE-A9AC-0D22-FF36-632CA666599F}"/>
              </a:ext>
            </a:extLst>
          </p:cNvPr>
          <p:cNvSpPr txBox="1"/>
          <p:nvPr/>
        </p:nvSpPr>
        <p:spPr>
          <a:xfrm>
            <a:off x="6998155" y="7163754"/>
            <a:ext cx="862284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 to Digital text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makes content searchable  add headings and structures  generates Key points and summary  creates Flashcards  easy to store and share  customizable Smart AI-Based outputs 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“  Turns handwritten notes into Smart study material  ”</a:t>
            </a:r>
            <a:endParaRPr lang="en-US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08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709939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6972" y="2885430"/>
            <a:ext cx="517177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6898" y="5203034"/>
            <a:ext cx="9986862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4136" y="5214262"/>
            <a:ext cx="5171851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8014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40827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93BE6-6B57-B20D-A613-C24AFBB1DE6C}"/>
              </a:ext>
            </a:extLst>
          </p:cNvPr>
          <p:cNvSpPr txBox="1"/>
          <p:nvPr/>
        </p:nvSpPr>
        <p:spPr>
          <a:xfrm>
            <a:off x="11754810" y="6269945"/>
            <a:ext cx="6621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→ Frontend (HTML/CSS/JS) → Backend (Python Flask) → AI Processing → Database → Final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B33201-1AEB-7A8E-4F74-A8BC0814C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749" y="1258669"/>
            <a:ext cx="5771347" cy="3676936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72E94B-F9C6-1147-2E1F-C74D59BCCBA2}"/>
              </a:ext>
            </a:extLst>
          </p:cNvPr>
          <p:cNvCxnSpPr>
            <a:cxnSpLocks/>
          </p:cNvCxnSpPr>
          <p:nvPr/>
        </p:nvCxnSpPr>
        <p:spPr>
          <a:xfrm>
            <a:off x="1902669" y="6649825"/>
            <a:ext cx="73892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DC1C3D-E25E-DC76-969D-08B534EBEC54}"/>
              </a:ext>
            </a:extLst>
          </p:cNvPr>
          <p:cNvCxnSpPr>
            <a:cxnSpLocks/>
          </p:cNvCxnSpPr>
          <p:nvPr/>
        </p:nvCxnSpPr>
        <p:spPr>
          <a:xfrm>
            <a:off x="1935480" y="6649825"/>
            <a:ext cx="0" cy="7067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CA736E-2100-5E5D-5A06-F217E105059E}"/>
              </a:ext>
            </a:extLst>
          </p:cNvPr>
          <p:cNvCxnSpPr>
            <a:cxnSpLocks/>
          </p:cNvCxnSpPr>
          <p:nvPr/>
        </p:nvCxnSpPr>
        <p:spPr>
          <a:xfrm>
            <a:off x="4175760" y="6649825"/>
            <a:ext cx="0" cy="7067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F884D2-7DD9-F3BE-C888-CE41ECEED688}"/>
              </a:ext>
            </a:extLst>
          </p:cNvPr>
          <p:cNvCxnSpPr>
            <a:cxnSpLocks/>
          </p:cNvCxnSpPr>
          <p:nvPr/>
        </p:nvCxnSpPr>
        <p:spPr>
          <a:xfrm>
            <a:off x="6781800" y="6649825"/>
            <a:ext cx="0" cy="7067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2E17BB-3329-7ECE-CDE8-B2C40437C161}"/>
              </a:ext>
            </a:extLst>
          </p:cNvPr>
          <p:cNvCxnSpPr>
            <a:cxnSpLocks/>
          </p:cNvCxnSpPr>
          <p:nvPr/>
        </p:nvCxnSpPr>
        <p:spPr>
          <a:xfrm>
            <a:off x="9287462" y="6649825"/>
            <a:ext cx="0" cy="6771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8F52A4C-648B-6EA3-E889-DBE1903B9248}"/>
              </a:ext>
            </a:extLst>
          </p:cNvPr>
          <p:cNvSpPr txBox="1"/>
          <p:nvPr/>
        </p:nvSpPr>
        <p:spPr>
          <a:xfrm>
            <a:off x="1176631" y="7587740"/>
            <a:ext cx="251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CBBD43-CF6E-B0A8-B2A0-EE523B35CBB6}"/>
              </a:ext>
            </a:extLst>
          </p:cNvPr>
          <p:cNvSpPr txBox="1"/>
          <p:nvPr/>
        </p:nvSpPr>
        <p:spPr>
          <a:xfrm>
            <a:off x="1073332" y="7706899"/>
            <a:ext cx="22007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FRONTENED 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/ Web UI (UI for viewing, uploading &amp; editing notes)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2B9D34-4F8F-1B3D-374D-C4F3360ECC48}"/>
              </a:ext>
            </a:extLst>
          </p:cNvPr>
          <p:cNvSpPr txBox="1"/>
          <p:nvPr/>
        </p:nvSpPr>
        <p:spPr>
          <a:xfrm>
            <a:off x="3441146" y="7356533"/>
            <a:ext cx="2200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BACKENED 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Flask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0123B8-E27A-4FCE-C7DE-624EADD549FF}"/>
              </a:ext>
            </a:extLst>
          </p:cNvPr>
          <p:cNvSpPr txBox="1"/>
          <p:nvPr/>
        </p:nvSpPr>
        <p:spPr>
          <a:xfrm>
            <a:off x="6040329" y="7643712"/>
            <a:ext cx="1685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ED0FAD-CB00-E893-3089-8D0176BCE6D2}"/>
              </a:ext>
            </a:extLst>
          </p:cNvPr>
          <p:cNvSpPr txBox="1"/>
          <p:nvPr/>
        </p:nvSpPr>
        <p:spPr>
          <a:xfrm>
            <a:off x="8146303" y="7639480"/>
            <a:ext cx="39229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-  Extract Text from Handwritten images.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– Generates summaries , Creates flashcards , Extract meanings.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5174" y="2735215"/>
            <a:ext cx="5347097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8535" y="2718595"/>
            <a:ext cx="7846382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2774" y="2723113"/>
            <a:ext cx="4860875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a proper flowchart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44221" y="158784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20EC3-208B-06DD-66FC-162A0BF1178C}"/>
              </a:ext>
            </a:extLst>
          </p:cNvPr>
          <p:cNvSpPr txBox="1"/>
          <p:nvPr/>
        </p:nvSpPr>
        <p:spPr>
          <a:xfrm>
            <a:off x="512714" y="3796558"/>
            <a:ext cx="61332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: User uploads Handwritten image 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: Image pre-processing.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: Text extraction (OCR).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: NLP processes content 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: Features applied ( Headings, Tables , Key points , Summaries , Diagrams).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: Final output displayed .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 : Manual customization (If any)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8 : Export / Download 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606199-78F3-337C-065A-DE6362C0F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0229" y="3813878"/>
            <a:ext cx="6486525" cy="48368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2E2028-A2C1-0304-486C-1123586BAA7C}"/>
              </a:ext>
            </a:extLst>
          </p:cNvPr>
          <p:cNvSpPr txBox="1"/>
          <p:nvPr/>
        </p:nvSpPr>
        <p:spPr>
          <a:xfrm>
            <a:off x="6645977" y="3779938"/>
            <a:ext cx="44883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Handwritten notes.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images via camera.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image from gallery.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customization (if any).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final output 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Save/ Download notes.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6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94513" y="91120"/>
            <a:ext cx="3698974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6" y="2957580"/>
            <a:ext cx="4090690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231" y="4800917"/>
            <a:ext cx="401359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156" y="6648133"/>
            <a:ext cx="2639124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93487" y="2912820"/>
            <a:ext cx="6697430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APIs used and </a:t>
            </a:r>
            <a:r>
              <a:rPr lang="en-US" sz="3399" spc="-27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 for choosing each (1 line each)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73479" y="1784769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812308" y="15660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DF99F9-84F3-B1FB-83A3-ECBD606A6AE4}"/>
              </a:ext>
            </a:extLst>
          </p:cNvPr>
          <p:cNvSpPr txBox="1"/>
          <p:nvPr/>
        </p:nvSpPr>
        <p:spPr>
          <a:xfrm>
            <a:off x="4602479" y="2899560"/>
            <a:ext cx="7421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, CSS , JavaScript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(UI to upload , added &amp; view results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4EBC64-D217-861E-C71E-C987EE8B819F}"/>
              </a:ext>
            </a:extLst>
          </p:cNvPr>
          <p:cNvSpPr txBox="1"/>
          <p:nvPr/>
        </p:nvSpPr>
        <p:spPr>
          <a:xfrm>
            <a:off x="4602479" y="4800917"/>
            <a:ext cx="5730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(Processes data and manages application logics)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E172C-AB7F-23E6-EA85-10815A47DE71}"/>
              </a:ext>
            </a:extLst>
          </p:cNvPr>
          <p:cNvSpPr txBox="1"/>
          <p:nvPr/>
        </p:nvSpPr>
        <p:spPr>
          <a:xfrm>
            <a:off x="4602480" y="6712236"/>
            <a:ext cx="4541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(Store notes and User data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29DC8-9962-E621-6B35-1F6F0F7A8433}"/>
              </a:ext>
            </a:extLst>
          </p:cNvPr>
          <p:cNvSpPr txBox="1"/>
          <p:nvPr/>
        </p:nvSpPr>
        <p:spPr>
          <a:xfrm>
            <a:off x="11430964" y="4371797"/>
            <a:ext cx="60188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: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Vision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 Text Extraction from Handwritten notes 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NLP: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 Summary , Key points , Word meanings )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4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42000" y="230242"/>
            <a:ext cx="700400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274" y="3271934"/>
            <a:ext cx="541808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274" y="5305867"/>
            <a:ext cx="532045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0519" y="7522289"/>
            <a:ext cx="4191000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Timeline (if applicable)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3290" y="2080462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-5429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30821-C845-352F-C27F-251A586B34F0}"/>
              </a:ext>
            </a:extLst>
          </p:cNvPr>
          <p:cNvSpPr txBox="1"/>
          <p:nvPr/>
        </p:nvSpPr>
        <p:spPr>
          <a:xfrm>
            <a:off x="6553200" y="2578180"/>
            <a:ext cx="86563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: UI design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: OCR Integration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: Feature Integration (NLP)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: Implement formatting tools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: Connect MySQL Database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: Testing &amp; Optimization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19D29-5FBC-0309-83CC-4E135AF8DC18}"/>
              </a:ext>
            </a:extLst>
          </p:cNvPr>
          <p:cNvSpPr txBox="1"/>
          <p:nvPr/>
        </p:nvSpPr>
        <p:spPr>
          <a:xfrm>
            <a:off x="6553200" y="5181479"/>
            <a:ext cx="78790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 → Image upload &amp; display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Module → Extract text from handwritten notes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Module → Summary, key points, word meanings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 Module → Headings, bullets, structure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 → Store notes and user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E40FEB-97E9-AB47-CA32-E7BE4CD5E4C0}"/>
              </a:ext>
            </a:extLst>
          </p:cNvPr>
          <p:cNvSpPr txBox="1"/>
          <p:nvPr/>
        </p:nvSpPr>
        <p:spPr>
          <a:xfrm>
            <a:off x="6553200" y="7421708"/>
            <a:ext cx="35845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1: UI + Upload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2: OCR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3: NLP + Formatting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4: Database +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4719" y="91817"/>
            <a:ext cx="882774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3081217"/>
            <a:ext cx="5259586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78" y="5213803"/>
            <a:ext cx="316899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78" y="7450681"/>
            <a:ext cx="3588544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5415" y="178895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51441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42999-014E-C844-A70B-FF5691921E3C}"/>
              </a:ext>
            </a:extLst>
          </p:cNvPr>
          <p:cNvSpPr txBox="1"/>
          <p:nvPr/>
        </p:nvSpPr>
        <p:spPr>
          <a:xfrm>
            <a:off x="6097699" y="3081217"/>
            <a:ext cx="76047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text extraction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structured notes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summaries and flashcards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output with auto-formatting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7F438-A40A-742E-86BD-D2B90F2DF412}"/>
              </a:ext>
            </a:extLst>
          </p:cNvPr>
          <p:cNvSpPr txBox="1"/>
          <p:nvPr/>
        </p:nvSpPr>
        <p:spPr>
          <a:xfrm>
            <a:off x="6097699" y="5143467"/>
            <a:ext cx="86715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digital storage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effort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edit, search, and organize notes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revision with summaries &amp; flashcards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All-in-one solution (no need for multiple apps)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70EC9-8C83-521C-0969-ED6B8833A57D}"/>
              </a:ext>
            </a:extLst>
          </p:cNvPr>
          <p:cNvSpPr txBox="1"/>
          <p:nvPr/>
        </p:nvSpPr>
        <p:spPr>
          <a:xfrm>
            <a:off x="6160964" y="7439919"/>
            <a:ext cx="6553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 dependency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and teachers in digital learning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education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productivity in daily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1378" y="3173674"/>
            <a:ext cx="4079528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1303" y="6909834"/>
            <a:ext cx="4349204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1303" y="5041754"/>
            <a:ext cx="3103662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12308" y="73863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9CC754-928D-B51E-637D-8641DD0E21D5}"/>
              </a:ext>
            </a:extLst>
          </p:cNvPr>
          <p:cNvSpPr txBox="1"/>
          <p:nvPr/>
        </p:nvSpPr>
        <p:spPr>
          <a:xfrm>
            <a:off x="5250507" y="2688564"/>
            <a:ext cx="7482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languages (regional &amp; global)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voice notes conversion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sync for access across devices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learning assistance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B939C-182A-04E0-2DC4-328566B8D6B2}"/>
              </a:ext>
            </a:extLst>
          </p:cNvPr>
          <p:cNvSpPr txBox="1"/>
          <p:nvPr/>
        </p:nvSpPr>
        <p:spPr>
          <a:xfrm>
            <a:off x="5250507" y="6895035"/>
            <a:ext cx="79085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learning platforms and educational tools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Adaptable for schools, colleges, and organizations worldwide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AI features (advanced summaries, insights)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processing speed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backend with demand</a:t>
            </a:r>
            <a:r>
              <a:rPr lang="en-US" sz="2400" dirty="0">
                <a:solidFill>
                  <a:schemeClr val="bg1"/>
                </a:solidFill>
              </a:rPr>
              <a:t> 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D1571-62DF-DB8F-DDFB-A6DA526D2871}"/>
              </a:ext>
            </a:extLst>
          </p:cNvPr>
          <p:cNvSpPr txBox="1"/>
          <p:nvPr/>
        </p:nvSpPr>
        <p:spPr>
          <a:xfrm>
            <a:off x="5250507" y="4546991"/>
            <a:ext cx="101219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Enhances both productivity and learning experience.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Bridges the gap between handwritten and digital notes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Combines OCR + AI + Formatting into one powerful solution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Makes note-taking smarter, faster, and more efficient 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Supports the transition towards smart and digital education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973</Words>
  <Application>Microsoft Office PowerPoint</Application>
  <PresentationFormat>Custom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Times New Roman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samriddhi.8901@gmail.com</cp:lastModifiedBy>
  <cp:revision>2</cp:revision>
  <dcterms:modified xsi:type="dcterms:W3CDTF">2026-04-02T15:46:39Z</dcterms:modified>
</cp:coreProperties>
</file>